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16:06:4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9645-64C7-FD57-6064-49A8466AC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EC02B-B7B2-42FA-B91E-F00A47747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B67E7-D1AE-DFAE-C984-6246C0B2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DF24-D3C7-5AD0-04FA-DD70AB10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B4F0-0F43-7CD6-077E-C50C8F11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67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EED2-FBAB-F3D9-7952-25684CF2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9F39-10C7-B189-6513-06FC6271B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733B9-CB7D-A9C7-3C34-00E3801C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6CAE9-BCBE-F9A7-508F-AA34B1C8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02E22-4CF5-9D7D-2E7F-79EDC14B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88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8010-288F-4423-8A8E-EFF6FD3D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AD733-DF3D-1B5F-6F14-57F3B1D46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D528D-33DC-E110-1BE5-B3541F311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75AC9-1A87-08EA-342A-5E793B3C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719A5-7502-66F4-220B-E6167D58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6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4726-88C2-C144-8C8A-949B5B19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60CBC-9065-6BD3-B4E1-B307670DA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AE0FD-E13B-0E99-8862-9458CB9D9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3795B-1657-EB06-598B-79CF3A5C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A593E-4BDF-18EB-6282-F7F6D4E6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AE95D-5B9E-0D8E-84A5-DF32B21A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55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75A2-E9B4-FB54-9102-DA930B69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3DBD6-8663-D4F9-4F38-9E010EFFC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E9D0A-8305-1A61-7A78-1CC0776C7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459D2-56BE-9E14-8627-F20EDDD20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F86B7-7A68-F915-02D2-A91E47CE2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48EEB-C7E9-CACE-E0EA-87615153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48420-CB28-62F6-1FBE-08863DC7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9CA51-BBB0-4A1C-7195-A0A37E64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93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8236-D0F5-8336-19FF-CC76087E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9B672-D3EC-6FA9-F7DE-A201D95F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A89DD-D9C4-FB4F-FBDA-918B48F3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B36EE-F897-2690-9EA6-5A646715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53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F623D-84EB-15FA-21FE-DF4D1F5D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E4C19-0A0D-D57F-E825-6103BCA4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4FE14-C371-C630-9307-BEB676A6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66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334E-FE2B-751E-F606-C943A691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24192-B093-7E2D-B0ED-7BFD03D1C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231A8-4F93-B383-32A4-64B468071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9348B-999B-0ABA-C443-1AB2BFFF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35B77-7BAD-ABCF-66A7-80417441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E1FC2-93C0-B07A-2331-273DA960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4161-3635-F290-2F1A-B6B84F6B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A9D01-9CFC-C68E-828A-1B530BD04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EE259-9B78-EE39-C8A2-73CD87614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80E5C-42DD-36D8-4C54-A7B750AA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A1D61-C790-169B-D245-4E8FD16F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AEC6-AA69-16C2-2285-261EE54C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6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40E7-F5BA-251D-8E2C-5A24AE44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E3D48-D533-D0DE-7342-89A486E6F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B20E-AC31-2DEE-A4CD-C9F322DE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3EF0-DC8C-276C-FF2A-33CE8055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FC2B-DBA5-E950-4646-9C3739BF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35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73873-9273-4A88-612B-62F62D99E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A1889-9BEA-B6D0-2C9B-7CFE24BB5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62F56-0017-414E-4B60-FDD0A245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3A643-188B-5262-0DFB-3EF687D4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EEEE5-3C9A-F2C2-051E-07DD5122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1E91B-8BF2-DB8A-019D-95A8C31F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F4779-DE49-6F69-0324-B0333E8E8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D4C37-E486-4005-D888-91B0DD81C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597A3-8300-4B5A-8D55-8F00B9EA1AA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1DA4-295B-9658-C78F-E29CC1805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85900-78A3-FDAA-8B9E-50CB13B83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D5B5A-FBAD-4C90-82AA-9A2FEE4F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74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0BCE-0BFF-DC2F-4E4C-DBAA4DB674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AD311-2296-A217-F2A7-30673C2AA7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GitHub = Code storage + collaboration platform</a:t>
            </a:r>
            <a:endParaRPr lang="en-IN" dirty="0"/>
          </a:p>
          <a:p>
            <a:r>
              <a:rPr lang="en-IN" dirty="0"/>
              <a:t>GitHub is a code hosting and collaboration platform built on Git</a:t>
            </a:r>
          </a:p>
        </p:txBody>
      </p:sp>
    </p:spTree>
    <p:extLst>
      <p:ext uri="{BB962C8B-B14F-4D97-AF65-F5344CB8AC3E}">
        <p14:creationId xmlns:p14="http://schemas.microsoft.com/office/powerpoint/2010/main" val="177812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7312-A521-70F2-1AEC-54ECEE2F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For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59EC-2877-C96A-353C-28F8CC6DF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Store source code (repositories)</a:t>
            </a:r>
          </a:p>
          <a:p>
            <a:pPr lvl="0"/>
            <a:r>
              <a:rPr lang="en-IN" dirty="0"/>
              <a:t>Version control using Git</a:t>
            </a:r>
          </a:p>
          <a:p>
            <a:pPr lvl="0"/>
            <a:r>
              <a:rPr lang="en-IN" dirty="0"/>
              <a:t>Team collaboration</a:t>
            </a:r>
          </a:p>
          <a:p>
            <a:pPr lvl="0"/>
            <a:r>
              <a:rPr lang="en-IN" dirty="0"/>
              <a:t>Code reviews</a:t>
            </a:r>
          </a:p>
          <a:p>
            <a:pPr lvl="0"/>
            <a:r>
              <a:rPr lang="en-IN" dirty="0"/>
              <a:t>Issue tracking</a:t>
            </a:r>
          </a:p>
          <a:p>
            <a:pPr lvl="0"/>
            <a:r>
              <a:rPr lang="en-IN" dirty="0"/>
              <a:t>Pull requests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7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22E7C5-BC7C-AD60-1645-A576DF286147}"/>
                  </a:ext>
                </a:extLst>
              </p14:cNvPr>
              <p14:cNvContentPartPr/>
              <p14:nvPr/>
            </p14:nvContentPartPr>
            <p14:xfrm>
              <a:off x="5178328" y="139007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22E7C5-BC7C-AD60-1645-A576DF2861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2208" y="138395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183028-ACA5-5C5D-2ABA-ECA276AD0097}"/>
              </a:ext>
            </a:extLst>
          </p:cNvPr>
          <p:cNvSpPr/>
          <p:nvPr/>
        </p:nvSpPr>
        <p:spPr>
          <a:xfrm>
            <a:off x="2733869" y="643812"/>
            <a:ext cx="6148874" cy="103569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Developer Laptop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9D33A6-DE5F-B3EC-16B7-72E06899A984}"/>
              </a:ext>
            </a:extLst>
          </p:cNvPr>
          <p:cNvSpPr/>
          <p:nvPr/>
        </p:nvSpPr>
        <p:spPr>
          <a:xfrm>
            <a:off x="2733869" y="2774302"/>
            <a:ext cx="6148874" cy="13093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GitHub Repository</a:t>
            </a:r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336BAD5-4226-BC64-6641-5944DC6FF197}"/>
              </a:ext>
            </a:extLst>
          </p:cNvPr>
          <p:cNvSpPr/>
          <p:nvPr/>
        </p:nvSpPr>
        <p:spPr>
          <a:xfrm>
            <a:off x="5309258" y="4094678"/>
            <a:ext cx="998096" cy="10838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C25436-99C2-6477-54A3-4990DE51DAA2}"/>
              </a:ext>
            </a:extLst>
          </p:cNvPr>
          <p:cNvSpPr/>
          <p:nvPr/>
        </p:nvSpPr>
        <p:spPr>
          <a:xfrm>
            <a:off x="2822348" y="5178490"/>
            <a:ext cx="6148874" cy="13093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Review Teams</a:t>
            </a:r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58EC0BA-13DB-DF67-6712-657CAA8CF85C}"/>
              </a:ext>
            </a:extLst>
          </p:cNvPr>
          <p:cNvSpPr/>
          <p:nvPr/>
        </p:nvSpPr>
        <p:spPr>
          <a:xfrm>
            <a:off x="5178328" y="1679510"/>
            <a:ext cx="1352740" cy="11193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 Push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76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FC32-A8C1-BB90-F864-EB41F3862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GitHub Actions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A2EDA-D2C9-9DE2-DB00-261C71502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GitHub Actions = </a:t>
            </a:r>
            <a:r>
              <a:rPr lang="fr-FR" b="1" dirty="0"/>
              <a:t>Automation + CI/CD </a:t>
            </a:r>
            <a:r>
              <a:rPr lang="fr-FR" b="1" dirty="0" err="1"/>
              <a:t>tool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23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0F374-8C2B-F09C-CD3F-F647EB8600D8}"/>
              </a:ext>
            </a:extLst>
          </p:cNvPr>
          <p:cNvSpPr txBox="1"/>
          <p:nvPr/>
        </p:nvSpPr>
        <p:spPr>
          <a:xfrm>
            <a:off x="1315616" y="2136339"/>
            <a:ext cx="78307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It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Deploys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scripts</a:t>
            </a:r>
          </a:p>
          <a:p>
            <a:pPr>
              <a:buNone/>
            </a:pPr>
            <a:r>
              <a:rPr lang="en-US" dirty="0"/>
              <a:t>Based on </a:t>
            </a:r>
            <a:r>
              <a:rPr lang="en-US" b="1" dirty="0"/>
              <a:t>events</a:t>
            </a:r>
            <a:r>
              <a:rPr lang="en-US" dirty="0"/>
              <a:t>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Pull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90381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FB505D-E3F4-A3CF-5CC4-F9F2E0BFA7AF}"/>
              </a:ext>
            </a:extLst>
          </p:cNvPr>
          <p:cNvSpPr/>
          <p:nvPr/>
        </p:nvSpPr>
        <p:spPr>
          <a:xfrm>
            <a:off x="3200400" y="653143"/>
            <a:ext cx="4506686" cy="12223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Push / PR</a:t>
            </a:r>
            <a:endParaRPr lang="en-IN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74D4250F-2752-C2F8-A398-2D0419B144D4}"/>
              </a:ext>
            </a:extLst>
          </p:cNvPr>
          <p:cNvSpPr/>
          <p:nvPr/>
        </p:nvSpPr>
        <p:spPr>
          <a:xfrm>
            <a:off x="4954555" y="1875453"/>
            <a:ext cx="923731" cy="11290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E5AA4A-4FCD-03F4-FCEC-D565FB89E5F9}"/>
              </a:ext>
            </a:extLst>
          </p:cNvPr>
          <p:cNvSpPr/>
          <p:nvPr/>
        </p:nvSpPr>
        <p:spPr>
          <a:xfrm>
            <a:off x="3091543" y="3004457"/>
            <a:ext cx="4506686" cy="12223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GitHub Action (Workflow)</a:t>
            </a:r>
            <a:endParaRPr lang="en-IN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6694ADE-E435-940D-6D6F-6E9BA5210799}"/>
              </a:ext>
            </a:extLst>
          </p:cNvPr>
          <p:cNvSpPr/>
          <p:nvPr/>
        </p:nvSpPr>
        <p:spPr>
          <a:xfrm>
            <a:off x="4761722" y="4226767"/>
            <a:ext cx="923731" cy="11290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91FAD8-EB0A-5818-4A3A-BB84E24306B0}"/>
              </a:ext>
            </a:extLst>
          </p:cNvPr>
          <p:cNvSpPr/>
          <p:nvPr/>
        </p:nvSpPr>
        <p:spPr>
          <a:xfrm>
            <a:off x="3091543" y="5355771"/>
            <a:ext cx="4506686" cy="12223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Build / Test / Deploy jobs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17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824841-5DA1-A987-0FBC-96D42E1015C9}"/>
              </a:ext>
            </a:extLst>
          </p:cNvPr>
          <p:cNvSpPr/>
          <p:nvPr/>
        </p:nvSpPr>
        <p:spPr>
          <a:xfrm>
            <a:off x="3011239" y="335902"/>
            <a:ext cx="3984172" cy="11943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Workflow (.</a:t>
            </a:r>
            <a:r>
              <a:rPr lang="en-US" dirty="0" err="1"/>
              <a:t>yml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8CF297F-9E83-5CF7-6ACA-36FE573693EF}"/>
              </a:ext>
            </a:extLst>
          </p:cNvPr>
          <p:cNvSpPr/>
          <p:nvPr/>
        </p:nvSpPr>
        <p:spPr>
          <a:xfrm>
            <a:off x="4711959" y="1530220"/>
            <a:ext cx="484632" cy="7744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BB26B8-C67D-B016-BECD-EDA69AEBE08F}"/>
              </a:ext>
            </a:extLst>
          </p:cNvPr>
          <p:cNvSpPr/>
          <p:nvPr/>
        </p:nvSpPr>
        <p:spPr>
          <a:xfrm>
            <a:off x="3011239" y="2234682"/>
            <a:ext cx="3984172" cy="9004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Jobs</a:t>
            </a:r>
            <a:endParaRPr lang="en-IN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7C3F4E84-1815-D9E6-663A-9413CA415C9F}"/>
              </a:ext>
            </a:extLst>
          </p:cNvPr>
          <p:cNvSpPr/>
          <p:nvPr/>
        </p:nvSpPr>
        <p:spPr>
          <a:xfrm>
            <a:off x="4711959" y="3135086"/>
            <a:ext cx="484632" cy="7744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980FAD-C360-EA7E-6F3B-497008926A25}"/>
              </a:ext>
            </a:extLst>
          </p:cNvPr>
          <p:cNvSpPr/>
          <p:nvPr/>
        </p:nvSpPr>
        <p:spPr>
          <a:xfrm>
            <a:off x="3013356" y="3839548"/>
            <a:ext cx="3984172" cy="11943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Steps</a:t>
            </a:r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3A1930D-DA2C-0B6E-01CB-179C00024FB5}"/>
              </a:ext>
            </a:extLst>
          </p:cNvPr>
          <p:cNvSpPr/>
          <p:nvPr/>
        </p:nvSpPr>
        <p:spPr>
          <a:xfrm>
            <a:off x="4679862" y="5057193"/>
            <a:ext cx="484632" cy="7744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6D3492-1599-4585-D599-40FAB33AC4B3}"/>
              </a:ext>
            </a:extLst>
          </p:cNvPr>
          <p:cNvSpPr/>
          <p:nvPr/>
        </p:nvSpPr>
        <p:spPr>
          <a:xfrm>
            <a:off x="2930092" y="5738328"/>
            <a:ext cx="3984172" cy="10170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84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GitHub</vt:lpstr>
      <vt:lpstr>Used For</vt:lpstr>
      <vt:lpstr>PowerPoint Presentation</vt:lpstr>
      <vt:lpstr>GitHub Actions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Karuppannan Ramasamy</dc:creator>
  <cp:lastModifiedBy>Karuppannan Ramasamy</cp:lastModifiedBy>
  <cp:revision>1</cp:revision>
  <dcterms:created xsi:type="dcterms:W3CDTF">2026-02-04T15:59:17Z</dcterms:created>
  <dcterms:modified xsi:type="dcterms:W3CDTF">2026-02-04T16:33:23Z</dcterms:modified>
</cp:coreProperties>
</file>